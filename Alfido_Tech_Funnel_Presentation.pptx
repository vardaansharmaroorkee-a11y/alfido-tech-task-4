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03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7316"/>
                </a:solidFill>
              </a:rPr>
              <a:t>ALFIDO TECH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Internship Conversion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Funnel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F2FE"/>
                </a:solidFill>
              </a:rPr>
              <a:t>Business Question: Where do we lose candidates, and what drives offer acceptance?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9536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Project Overview &amp;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How the dataset was built and what it covers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74980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920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Funnel Walkthrough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500 applicants → 59 conversions — what happened at each stage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Drop-off Hotspots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Where and why candidates fall out of the funnel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023360" cy="74980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502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Department &amp; Source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4096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Which roles and channels convert best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058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070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57216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Academic Performance Insight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57216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CGPA's role in offer acceptance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920240"/>
            <a:ext cx="4023360" cy="74980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9202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214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57216" y="1920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Predictive Modelling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57216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Logistic regression: key acceptance drivers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0233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34640"/>
            <a:ext cx="347472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358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57216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57216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Priority actions to improve conversion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5603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54864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500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Total Applicants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16642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Funnel Stages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5603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005840"/>
            <a:ext cx="54864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Departments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23160"/>
            <a:ext cx="25603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23160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</a:rPr>
              <a:t>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30815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Recruitment Sources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423160"/>
            <a:ext cx="25603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423160"/>
            <a:ext cx="54864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</a:rPr>
              <a:t>11.8%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37560" y="30815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Overall Conv.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423160"/>
            <a:ext cx="25603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2423160"/>
            <a:ext cx="54864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4748B"/>
                </a:solidFill>
              </a:rPr>
              <a:t>14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17920" y="30815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Data Columns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Internship Conversion Funnel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500 candidates entered — only 59 accepted an offer (11.8% overall conversion)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Stage-wise Drop-off Rates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Orange bars = high drop-off stages that need immediate attention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902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</a:rPr>
              <a:t>💡  Applied → Screened is the biggest leak (34.8%) — an automated pre-screening form could recover ~150 qualified candidates per cohort.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Conversion Rate by Department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4864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914400"/>
            <a:ext cx="2834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2648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🥇  Data Science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Highest acceptance — candidates value the role's career impact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035040" y="2057400"/>
            <a:ext cx="2834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🥈  Web Development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Strong pipeline — candidates are abundant &amp; motivated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3200400"/>
            <a:ext cx="2834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3246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⚠️  Biz Dev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Lowest rate — may need better JD, compensation review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Recruitment Source Effectiveness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LinkedIn drives volume; Referral &amp; College Portal deliver quality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Trends &amp; Academic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Monthly trend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937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822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CGPA &amp; conversion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097280"/>
            <a:ext cx="356616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3840480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3840480"/>
            <a:ext cx="54864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📅 June–Aug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Peak season. Allocate 40% more recruiter time.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303520" y="3840480"/>
            <a:ext cx="3773103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03520" y="384048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4068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🎓 CGPA &gt; 7.5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406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2× more likely to accept. Prioritise in screening.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64008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61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Automated Pre-screening Form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Replace manual CV review with a structured 5-question form to cut the 34.8% early drop-off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0" y="1097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C2626">
              <a:alpha val="15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+15% screen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64008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568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1755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Double Down on College Portal &amp; Referral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These channels cost less and convert better — increase campus tie-ups &amp; employee referral rewards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892808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C2626">
              <a:alpha val="15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+8% conversion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841248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51176"/>
            <a:ext cx="64008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523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" y="2551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Role-specific Incentives for DS &amp; UI/UX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" y="2898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Offer stipend bumps or certificate programmes to attract top candidates to competitive roles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2688336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97316">
              <a:alpha val="15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6883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</a:rPr>
              <a:t>+5% acceptance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46704"/>
            <a:ext cx="64008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" y="33467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Interview Reminder Automation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9728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Send WhatsApp + email reminders 24h and 1h before interview; reduces no-shows significantly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3483864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97316">
              <a:alpha val="15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4838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</a:rPr>
              <a:t>+3% attendance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42232"/>
            <a:ext cx="6400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43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97280" y="4142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CGPA-weighted Shortlisting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7280" y="44897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Weight CGPA &gt; 7.5 candidates higher in the ATS score; correlates strongly with acceptance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4279392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Higher quality hires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E"/>
                </a:solidFill>
              </a:rPr>
              <a:t>Alfido Tech — Internship Conversion Funnel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F2FE"/>
                </a:solidFill>
              </a:rPr>
              <a:t>— 500 applicants  →  59 conversions (11.8%)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F2FE"/>
                </a:solidFill>
              </a:rPr>
              <a:t>— Biggest bottleneck: Applied → Screened stage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F2FE"/>
                </a:solidFill>
              </a:rPr>
              <a:t>— Top channel: Referral &amp; College Portal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F2FE"/>
                </a:solidFill>
              </a:rPr>
              <a:t>— Top department: Data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Alfido Tech — Internship Conversion Funnel Analysis</dc:title>
  <dc:subject>PptxGenJS Presentation</dc:subject>
  <dc:creator>PptxGenJS</dc:creator>
  <cp:lastModifiedBy>Vardaan Sharma</cp:lastModifiedBy>
  <cp:revision>2</cp:revision>
  <dcterms:created xsi:type="dcterms:W3CDTF">2026-05-30T17:03:58Z</dcterms:created>
  <dcterms:modified xsi:type="dcterms:W3CDTF">2026-05-30T17:07:41Z</dcterms:modified>
</cp:coreProperties>
</file>